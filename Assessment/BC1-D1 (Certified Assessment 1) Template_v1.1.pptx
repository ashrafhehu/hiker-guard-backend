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Helvetica World" charset="1" panose="020B0500040000020004"/>
      <p:regular r:id="rId7"/>
    </p:embeddedFont>
    <p:embeddedFont>
      <p:font typeface="Helvetica World Bold" charset="1" panose="020B080004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4483" y="389594"/>
            <a:ext cx="1968488" cy="461859"/>
          </a:xfrm>
          <a:custGeom>
            <a:avLst/>
            <a:gdLst/>
            <a:ahLst/>
            <a:cxnLst/>
            <a:rect r="r" b="b" t="t" l="l"/>
            <a:pathLst>
              <a:path h="461859" w="1968488">
                <a:moveTo>
                  <a:pt x="0" y="0"/>
                </a:moveTo>
                <a:lnTo>
                  <a:pt x="1968488" y="0"/>
                </a:lnTo>
                <a:lnTo>
                  <a:pt x="1968488" y="461859"/>
                </a:lnTo>
                <a:lnTo>
                  <a:pt x="0" y="46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8125" y="1295400"/>
            <a:ext cx="3457575" cy="3943350"/>
            <a:chOff x="0" y="0"/>
            <a:chExt cx="910637" cy="10385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1800A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8125" y="1295400"/>
            <a:ext cx="3457575" cy="819150"/>
            <a:chOff x="0" y="0"/>
            <a:chExt cx="910637" cy="2157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5275" y="1343025"/>
            <a:ext cx="647700" cy="685800"/>
            <a:chOff x="0" y="0"/>
            <a:chExt cx="1062792" cy="11253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29050" y="1295400"/>
            <a:ext cx="3457575" cy="3943350"/>
            <a:chOff x="0" y="0"/>
            <a:chExt cx="910637" cy="10385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2B7ECD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29050" y="1295400"/>
            <a:ext cx="3457575" cy="819150"/>
            <a:chOff x="0" y="0"/>
            <a:chExt cx="910637" cy="2157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2B7E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86200" y="1343025"/>
            <a:ext cx="647700" cy="685800"/>
            <a:chOff x="0" y="0"/>
            <a:chExt cx="1062792" cy="11253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19975" y="1295400"/>
            <a:ext cx="3457575" cy="3943350"/>
            <a:chOff x="0" y="0"/>
            <a:chExt cx="910637" cy="10385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3398A1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19975" y="1295400"/>
            <a:ext cx="3457575" cy="819150"/>
            <a:chOff x="0" y="0"/>
            <a:chExt cx="910637" cy="2157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3398A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77125" y="1343025"/>
            <a:ext cx="647700" cy="685800"/>
            <a:chOff x="0" y="0"/>
            <a:chExt cx="1062792" cy="11253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10900" y="1295400"/>
            <a:ext cx="3457575" cy="3943350"/>
            <a:chOff x="0" y="0"/>
            <a:chExt cx="910637" cy="10385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D9941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010900" y="1295400"/>
            <a:ext cx="3457575" cy="819150"/>
            <a:chOff x="0" y="0"/>
            <a:chExt cx="910637" cy="2157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D994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068050" y="1343025"/>
            <a:ext cx="647700" cy="685800"/>
            <a:chOff x="0" y="0"/>
            <a:chExt cx="1062792" cy="11253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601825" y="1295400"/>
            <a:ext cx="3457575" cy="3943350"/>
            <a:chOff x="0" y="0"/>
            <a:chExt cx="910637" cy="103857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7F45A5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601825" y="1295400"/>
            <a:ext cx="3457575" cy="819150"/>
            <a:chOff x="0" y="0"/>
            <a:chExt cx="910637" cy="2157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7F45A5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658975" y="1343025"/>
            <a:ext cx="647700" cy="685800"/>
            <a:chOff x="0" y="0"/>
            <a:chExt cx="1062792" cy="112530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1B1A1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8125" y="5324475"/>
            <a:ext cx="3457575" cy="3943350"/>
            <a:chOff x="0" y="0"/>
            <a:chExt cx="910637" cy="10385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37A05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38125" y="5324475"/>
            <a:ext cx="3457575" cy="819150"/>
            <a:chOff x="0" y="0"/>
            <a:chExt cx="910637" cy="21574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37A0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95275" y="5376224"/>
            <a:ext cx="647700" cy="685800"/>
            <a:chOff x="0" y="0"/>
            <a:chExt cx="1062792" cy="11253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6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829050" y="5324475"/>
            <a:ext cx="3457575" cy="3943350"/>
            <a:chOff x="0" y="0"/>
            <a:chExt cx="910637" cy="103857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9B214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829050" y="5324475"/>
            <a:ext cx="3457575" cy="819150"/>
            <a:chOff x="0" y="0"/>
            <a:chExt cx="910637" cy="2157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9B214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886200" y="5376224"/>
            <a:ext cx="647700" cy="685800"/>
            <a:chOff x="0" y="0"/>
            <a:chExt cx="1062792" cy="11253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7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419975" y="5324475"/>
            <a:ext cx="3457575" cy="3943350"/>
            <a:chOff x="0" y="0"/>
            <a:chExt cx="910637" cy="103857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E54179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419975" y="5324475"/>
            <a:ext cx="3457575" cy="819150"/>
            <a:chOff x="0" y="0"/>
            <a:chExt cx="910637" cy="21574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E5417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67600" y="5386388"/>
            <a:ext cx="647700" cy="685800"/>
            <a:chOff x="0" y="0"/>
            <a:chExt cx="1062792" cy="112530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8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010900" y="5324475"/>
            <a:ext cx="3457575" cy="3943350"/>
            <a:chOff x="0" y="0"/>
            <a:chExt cx="910637" cy="103857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010900" y="5324475"/>
            <a:ext cx="3457575" cy="819150"/>
            <a:chOff x="0" y="0"/>
            <a:chExt cx="910637" cy="2157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068050" y="5386388"/>
            <a:ext cx="647700" cy="685800"/>
            <a:chOff x="0" y="0"/>
            <a:chExt cx="1062792" cy="112530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9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601825" y="5324475"/>
            <a:ext cx="3457575" cy="3943350"/>
            <a:chOff x="0" y="0"/>
            <a:chExt cx="910637" cy="103857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0637" cy="1038578"/>
            </a:xfrm>
            <a:custGeom>
              <a:avLst/>
              <a:gdLst/>
              <a:ahLst/>
              <a:cxnLst/>
              <a:rect r="r" b="b" t="t" l="l"/>
              <a:pathLst>
                <a:path h="1038578" w="910637">
                  <a:moveTo>
                    <a:pt x="114195" y="0"/>
                  </a:moveTo>
                  <a:lnTo>
                    <a:pt x="796442" y="0"/>
                  </a:lnTo>
                  <a:cubicBezTo>
                    <a:pt x="859510" y="0"/>
                    <a:pt x="910637" y="51127"/>
                    <a:pt x="910637" y="114195"/>
                  </a:cubicBezTo>
                  <a:lnTo>
                    <a:pt x="910637" y="924383"/>
                  </a:lnTo>
                  <a:cubicBezTo>
                    <a:pt x="910637" y="987451"/>
                    <a:pt x="859510" y="1038578"/>
                    <a:pt x="796442" y="1038578"/>
                  </a:cubicBezTo>
                  <a:lnTo>
                    <a:pt x="114195" y="1038578"/>
                  </a:lnTo>
                  <a:cubicBezTo>
                    <a:pt x="51127" y="1038578"/>
                    <a:pt x="0" y="987451"/>
                    <a:pt x="0" y="924383"/>
                  </a:cubicBezTo>
                  <a:lnTo>
                    <a:pt x="0" y="114195"/>
                  </a:lnTo>
                  <a:cubicBezTo>
                    <a:pt x="0" y="51127"/>
                    <a:pt x="51127" y="0"/>
                    <a:pt x="114195" y="0"/>
                  </a:cubicBezTo>
                  <a:close/>
                </a:path>
              </a:pathLst>
            </a:custGeom>
            <a:ln w="28575" cap="rnd">
              <a:solidFill>
                <a:srgbClr val="FF5757"/>
              </a:solidFill>
              <a:prstDash val="solid"/>
              <a:round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10637" cy="1086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601825" y="5324475"/>
            <a:ext cx="3457575" cy="819150"/>
            <a:chOff x="0" y="0"/>
            <a:chExt cx="910637" cy="21574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10637" cy="215743"/>
            </a:xfrm>
            <a:custGeom>
              <a:avLst/>
              <a:gdLst/>
              <a:ahLst/>
              <a:cxnLst/>
              <a:rect r="r" b="b" t="t" l="l"/>
              <a:pathLst>
                <a:path h="215743" w="910637">
                  <a:moveTo>
                    <a:pt x="87326" y="0"/>
                  </a:moveTo>
                  <a:lnTo>
                    <a:pt x="823311" y="0"/>
                  </a:lnTo>
                  <a:cubicBezTo>
                    <a:pt x="871540" y="0"/>
                    <a:pt x="910637" y="39097"/>
                    <a:pt x="910637" y="87326"/>
                  </a:cubicBezTo>
                  <a:lnTo>
                    <a:pt x="910637" y="128418"/>
                  </a:lnTo>
                  <a:cubicBezTo>
                    <a:pt x="910637" y="176646"/>
                    <a:pt x="871540" y="215743"/>
                    <a:pt x="823311" y="215743"/>
                  </a:cubicBezTo>
                  <a:lnTo>
                    <a:pt x="87326" y="215743"/>
                  </a:lnTo>
                  <a:cubicBezTo>
                    <a:pt x="64165" y="215743"/>
                    <a:pt x="41954" y="206543"/>
                    <a:pt x="25577" y="190166"/>
                  </a:cubicBezTo>
                  <a:cubicBezTo>
                    <a:pt x="9200" y="173789"/>
                    <a:pt x="0" y="151578"/>
                    <a:pt x="0" y="128418"/>
                  </a:cubicBezTo>
                  <a:lnTo>
                    <a:pt x="0" y="87326"/>
                  </a:lnTo>
                  <a:cubicBezTo>
                    <a:pt x="0" y="39097"/>
                    <a:pt x="39097" y="0"/>
                    <a:pt x="87326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910637" cy="263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4658975" y="5386388"/>
            <a:ext cx="647700" cy="685800"/>
            <a:chOff x="0" y="0"/>
            <a:chExt cx="1062792" cy="112530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62792" cy="1125309"/>
            </a:xfrm>
            <a:custGeom>
              <a:avLst/>
              <a:gdLst/>
              <a:ahLst/>
              <a:cxnLst/>
              <a:rect r="r" b="b" t="t" l="l"/>
              <a:pathLst>
                <a:path h="1125309" w="1062792">
                  <a:moveTo>
                    <a:pt x="531396" y="0"/>
                  </a:moveTo>
                  <a:cubicBezTo>
                    <a:pt x="237914" y="0"/>
                    <a:pt x="0" y="251909"/>
                    <a:pt x="0" y="562654"/>
                  </a:cubicBezTo>
                  <a:cubicBezTo>
                    <a:pt x="0" y="873400"/>
                    <a:pt x="237914" y="1125309"/>
                    <a:pt x="531396" y="1125309"/>
                  </a:cubicBezTo>
                  <a:cubicBezTo>
                    <a:pt x="824878" y="1125309"/>
                    <a:pt x="1062792" y="873400"/>
                    <a:pt x="1062792" y="562654"/>
                  </a:cubicBezTo>
                  <a:cubicBezTo>
                    <a:pt x="1062792" y="251909"/>
                    <a:pt x="824878" y="0"/>
                    <a:pt x="5313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99637" y="57873"/>
              <a:ext cx="863518" cy="961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 strike="noStrike" u="none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-5400000">
            <a:off x="1330121" y="8234151"/>
            <a:ext cx="861864" cy="3081611"/>
            <a:chOff x="0" y="0"/>
            <a:chExt cx="520700" cy="186177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0700" cy="1832714"/>
            </a:xfrm>
            <a:custGeom>
              <a:avLst/>
              <a:gdLst/>
              <a:ahLst/>
              <a:cxnLst/>
              <a:rect r="r" b="b" t="t" l="l"/>
              <a:pathLst>
                <a:path h="1832714" w="520700">
                  <a:moveTo>
                    <a:pt x="0" y="80564"/>
                  </a:moveTo>
                  <a:lnTo>
                    <a:pt x="0" y="1565309"/>
                  </a:lnTo>
                  <a:cubicBezTo>
                    <a:pt x="0" y="1616342"/>
                    <a:pt x="22732" y="1664723"/>
                    <a:pt x="62015" y="1697300"/>
                  </a:cubicBezTo>
                  <a:lnTo>
                    <a:pt x="198335" y="1810346"/>
                  </a:lnTo>
                  <a:cubicBezTo>
                    <a:pt x="234300" y="1840170"/>
                    <a:pt x="286400" y="1840170"/>
                    <a:pt x="322365" y="1810346"/>
                  </a:cubicBezTo>
                  <a:lnTo>
                    <a:pt x="458685" y="1697300"/>
                  </a:lnTo>
                  <a:cubicBezTo>
                    <a:pt x="497968" y="1664723"/>
                    <a:pt x="520700" y="1616342"/>
                    <a:pt x="520700" y="1565309"/>
                  </a:cubicBezTo>
                  <a:lnTo>
                    <a:pt x="520700" y="80564"/>
                  </a:lnTo>
                  <a:cubicBezTo>
                    <a:pt x="520700" y="59197"/>
                    <a:pt x="512212" y="38705"/>
                    <a:pt x="497103" y="23597"/>
                  </a:cubicBezTo>
                  <a:cubicBezTo>
                    <a:pt x="481995" y="8488"/>
                    <a:pt x="461503" y="0"/>
                    <a:pt x="440136" y="0"/>
                  </a:cubicBezTo>
                  <a:lnTo>
                    <a:pt x="80564" y="0"/>
                  </a:lnTo>
                  <a:cubicBezTo>
                    <a:pt x="59197" y="0"/>
                    <a:pt x="38705" y="8488"/>
                    <a:pt x="23597" y="23597"/>
                  </a:cubicBezTo>
                  <a:cubicBezTo>
                    <a:pt x="8488" y="38705"/>
                    <a:pt x="0" y="59197"/>
                    <a:pt x="0" y="80564"/>
                  </a:cubicBezTo>
                  <a:close/>
                </a:path>
              </a:pathLst>
            </a:custGeom>
            <a:solidFill>
              <a:srgbClr val="2B7ECD"/>
            </a:solidFill>
            <a:ln w="38100" cap="sq">
              <a:solidFill>
                <a:srgbClr val="2B7ECD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1750"/>
              <a:ext cx="520700" cy="166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289806" y="9420965"/>
            <a:ext cx="663912" cy="713436"/>
            <a:chOff x="0" y="0"/>
            <a:chExt cx="1073496" cy="115357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73496" cy="1153574"/>
            </a:xfrm>
            <a:custGeom>
              <a:avLst/>
              <a:gdLst/>
              <a:ahLst/>
              <a:cxnLst/>
              <a:rect r="r" b="b" t="t" l="l"/>
              <a:pathLst>
                <a:path h="1153574" w="1073496">
                  <a:moveTo>
                    <a:pt x="536748" y="0"/>
                  </a:moveTo>
                  <a:cubicBezTo>
                    <a:pt x="240310" y="0"/>
                    <a:pt x="0" y="258236"/>
                    <a:pt x="0" y="576787"/>
                  </a:cubicBezTo>
                  <a:cubicBezTo>
                    <a:pt x="0" y="895337"/>
                    <a:pt x="240310" y="1153574"/>
                    <a:pt x="536748" y="1153574"/>
                  </a:cubicBezTo>
                  <a:cubicBezTo>
                    <a:pt x="833186" y="1153574"/>
                    <a:pt x="1073496" y="895337"/>
                    <a:pt x="1073496" y="576787"/>
                  </a:cubicBezTo>
                  <a:cubicBezTo>
                    <a:pt x="1073496" y="258236"/>
                    <a:pt x="833186" y="0"/>
                    <a:pt x="5367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100640" y="50998"/>
              <a:ext cx="872215" cy="994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11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171109" y="81391"/>
            <a:ext cx="4888291" cy="1116262"/>
            <a:chOff x="0" y="0"/>
            <a:chExt cx="1287451" cy="29399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87451" cy="293995"/>
            </a:xfrm>
            <a:custGeom>
              <a:avLst/>
              <a:gdLst/>
              <a:ahLst/>
              <a:cxnLst/>
              <a:rect r="r" b="b" t="t" l="l"/>
              <a:pathLst>
                <a:path h="293995" w="1287451">
                  <a:moveTo>
                    <a:pt x="36427" y="0"/>
                  </a:moveTo>
                  <a:lnTo>
                    <a:pt x="1251025" y="0"/>
                  </a:lnTo>
                  <a:cubicBezTo>
                    <a:pt x="1260685" y="0"/>
                    <a:pt x="1269951" y="3838"/>
                    <a:pt x="1276782" y="10669"/>
                  </a:cubicBezTo>
                  <a:cubicBezTo>
                    <a:pt x="1283613" y="17500"/>
                    <a:pt x="1287451" y="26766"/>
                    <a:pt x="1287451" y="36427"/>
                  </a:cubicBezTo>
                  <a:lnTo>
                    <a:pt x="1287451" y="257568"/>
                  </a:lnTo>
                  <a:cubicBezTo>
                    <a:pt x="1287451" y="267229"/>
                    <a:pt x="1283613" y="276494"/>
                    <a:pt x="1276782" y="283326"/>
                  </a:cubicBezTo>
                  <a:cubicBezTo>
                    <a:pt x="1269951" y="290157"/>
                    <a:pt x="1260685" y="293995"/>
                    <a:pt x="1251025" y="293995"/>
                  </a:cubicBezTo>
                  <a:lnTo>
                    <a:pt x="36427" y="293995"/>
                  </a:lnTo>
                  <a:cubicBezTo>
                    <a:pt x="26766" y="293995"/>
                    <a:pt x="17500" y="290157"/>
                    <a:pt x="10669" y="283326"/>
                  </a:cubicBezTo>
                  <a:cubicBezTo>
                    <a:pt x="3838" y="276494"/>
                    <a:pt x="0" y="267229"/>
                    <a:pt x="0" y="257568"/>
                  </a:cubicBezTo>
                  <a:lnTo>
                    <a:pt x="0" y="36427"/>
                  </a:lnTo>
                  <a:cubicBezTo>
                    <a:pt x="0" y="26766"/>
                    <a:pt x="3838" y="17500"/>
                    <a:pt x="10669" y="10669"/>
                  </a:cubicBezTo>
                  <a:cubicBezTo>
                    <a:pt x="17500" y="3838"/>
                    <a:pt x="26766" y="0"/>
                    <a:pt x="36427" y="0"/>
                  </a:cubicBezTo>
                  <a:close/>
                </a:path>
              </a:pathLst>
            </a:custGeom>
            <a:ln w="19050" cap="rnd">
              <a:solidFill>
                <a:srgbClr val="B4B4B4"/>
              </a:solidFill>
              <a:prstDash val="solid"/>
              <a:round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76200"/>
              <a:ext cx="1287451" cy="370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171109" y="92572"/>
            <a:ext cx="4888291" cy="344511"/>
            <a:chOff x="0" y="0"/>
            <a:chExt cx="1287451" cy="9073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287451" cy="90735"/>
            </a:xfrm>
            <a:custGeom>
              <a:avLst/>
              <a:gdLst/>
              <a:ahLst/>
              <a:cxnLst/>
              <a:rect r="r" b="b" t="t" l="l"/>
              <a:pathLst>
                <a:path h="90735" w="1287451">
                  <a:moveTo>
                    <a:pt x="26924" y="0"/>
                  </a:moveTo>
                  <a:lnTo>
                    <a:pt x="1260527" y="0"/>
                  </a:lnTo>
                  <a:cubicBezTo>
                    <a:pt x="1275397" y="0"/>
                    <a:pt x="1287451" y="12054"/>
                    <a:pt x="1287451" y="26924"/>
                  </a:cubicBezTo>
                  <a:lnTo>
                    <a:pt x="1287451" y="63811"/>
                  </a:lnTo>
                  <a:cubicBezTo>
                    <a:pt x="1287451" y="70952"/>
                    <a:pt x="1284615" y="77800"/>
                    <a:pt x="1279565" y="82849"/>
                  </a:cubicBezTo>
                  <a:cubicBezTo>
                    <a:pt x="1274516" y="87899"/>
                    <a:pt x="1267668" y="90735"/>
                    <a:pt x="1260527" y="90735"/>
                  </a:cubicBezTo>
                  <a:lnTo>
                    <a:pt x="26924" y="90735"/>
                  </a:lnTo>
                  <a:cubicBezTo>
                    <a:pt x="12054" y="90735"/>
                    <a:pt x="0" y="78681"/>
                    <a:pt x="0" y="63811"/>
                  </a:cubicBezTo>
                  <a:lnTo>
                    <a:pt x="0" y="26924"/>
                  </a:lnTo>
                  <a:cubicBezTo>
                    <a:pt x="0" y="12054"/>
                    <a:pt x="12054" y="0"/>
                    <a:pt x="26924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76200"/>
              <a:ext cx="1287451" cy="166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750282" y="9600637"/>
            <a:ext cx="2433261" cy="31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FINAL PITCH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238125" y="9344025"/>
            <a:ext cx="17947632" cy="861864"/>
            <a:chOff x="0" y="0"/>
            <a:chExt cx="4726948" cy="22699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26948" cy="226993"/>
            </a:xfrm>
            <a:custGeom>
              <a:avLst/>
              <a:gdLst/>
              <a:ahLst/>
              <a:cxnLst/>
              <a:rect r="r" b="b" t="t" l="l"/>
              <a:pathLst>
                <a:path h="226993" w="4726948">
                  <a:moveTo>
                    <a:pt x="9921" y="0"/>
                  </a:moveTo>
                  <a:lnTo>
                    <a:pt x="4717027" y="0"/>
                  </a:lnTo>
                  <a:cubicBezTo>
                    <a:pt x="4719658" y="0"/>
                    <a:pt x="4722182" y="1045"/>
                    <a:pt x="4724042" y="2906"/>
                  </a:cubicBezTo>
                  <a:cubicBezTo>
                    <a:pt x="4725903" y="4766"/>
                    <a:pt x="4726948" y="7290"/>
                    <a:pt x="4726948" y="9921"/>
                  </a:cubicBezTo>
                  <a:lnTo>
                    <a:pt x="4726948" y="217072"/>
                  </a:lnTo>
                  <a:cubicBezTo>
                    <a:pt x="4726948" y="219703"/>
                    <a:pt x="4725903" y="222227"/>
                    <a:pt x="4724042" y="224087"/>
                  </a:cubicBezTo>
                  <a:cubicBezTo>
                    <a:pt x="4722182" y="225948"/>
                    <a:pt x="4719658" y="226993"/>
                    <a:pt x="4717027" y="226993"/>
                  </a:cubicBezTo>
                  <a:lnTo>
                    <a:pt x="9921" y="226993"/>
                  </a:lnTo>
                  <a:cubicBezTo>
                    <a:pt x="7290" y="226993"/>
                    <a:pt x="4766" y="225948"/>
                    <a:pt x="2906" y="224087"/>
                  </a:cubicBezTo>
                  <a:cubicBezTo>
                    <a:pt x="1045" y="222227"/>
                    <a:pt x="0" y="219703"/>
                    <a:pt x="0" y="217072"/>
                  </a:cubicBezTo>
                  <a:lnTo>
                    <a:pt x="0" y="9921"/>
                  </a:lnTo>
                  <a:cubicBezTo>
                    <a:pt x="0" y="7290"/>
                    <a:pt x="1045" y="4766"/>
                    <a:pt x="2906" y="2906"/>
                  </a:cubicBezTo>
                  <a:cubicBezTo>
                    <a:pt x="4766" y="1045"/>
                    <a:pt x="7290" y="0"/>
                    <a:pt x="9921" y="0"/>
                  </a:cubicBezTo>
                  <a:close/>
                </a:path>
              </a:pathLst>
            </a:custGeom>
            <a:ln w="38100" cap="rnd">
              <a:solidFill>
                <a:srgbClr val="2B7ECD"/>
              </a:solidFill>
              <a:prstDash val="solid"/>
              <a:round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726948" cy="284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107575" y="388309"/>
            <a:ext cx="492478" cy="492478"/>
          </a:xfrm>
          <a:custGeom>
            <a:avLst/>
            <a:gdLst/>
            <a:ahLst/>
            <a:cxnLst/>
            <a:rect r="r" b="b" t="t" l="l"/>
            <a:pathLst>
              <a:path h="492478" w="492478">
                <a:moveTo>
                  <a:pt x="0" y="0"/>
                </a:moveTo>
                <a:lnTo>
                  <a:pt x="492477" y="0"/>
                </a:lnTo>
                <a:lnTo>
                  <a:pt x="492477" y="492477"/>
                </a:lnTo>
                <a:lnTo>
                  <a:pt x="0" y="492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609577" y="141347"/>
            <a:ext cx="927734" cy="927734"/>
          </a:xfrm>
          <a:custGeom>
            <a:avLst/>
            <a:gdLst/>
            <a:ahLst/>
            <a:cxnLst/>
            <a:rect r="r" b="b" t="t" l="l"/>
            <a:pathLst>
              <a:path h="927734" w="927734">
                <a:moveTo>
                  <a:pt x="0" y="0"/>
                </a:moveTo>
                <a:lnTo>
                  <a:pt x="927734" y="0"/>
                </a:lnTo>
                <a:lnTo>
                  <a:pt x="927734" y="927734"/>
                </a:lnTo>
                <a:lnTo>
                  <a:pt x="0" y="927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1" id="111"/>
          <p:cNvSpPr txBox="true"/>
          <p:nvPr/>
        </p:nvSpPr>
        <p:spPr>
          <a:xfrm rot="0">
            <a:off x="3909866" y="217630"/>
            <a:ext cx="8976013" cy="53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PROBLEM-DATA-GeoAI SOLUTION (PDGS) CANVAS 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-3376259" y="1490553"/>
            <a:ext cx="11293164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 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569606" y="1390654"/>
            <a:ext cx="2433261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STAKEHOLDERS &amp; USERS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8258175" y="1510351"/>
            <a:ext cx="2316874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CONTEXT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1447719" y="1529401"/>
            <a:ext cx="3173156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REQUIREMENTS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5039975" y="1538926"/>
            <a:ext cx="3173156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INTELLIGENT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5186952" y="5419729"/>
            <a:ext cx="2788696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IMPLEMENTATION ROADMAP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428669" y="5553075"/>
            <a:ext cx="3173156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VALUE &amp; IMPACT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7800975" y="5419729"/>
            <a:ext cx="3173156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ETHICS, PRIVACY &amp; SUSTAINABILITY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724400" y="5563238"/>
            <a:ext cx="2206811" cy="293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TECHNOLOGY STACK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966023" y="5389872"/>
            <a:ext cx="2276414" cy="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b="true" sz="16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GEOAI SOLUTION DESIGN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3315149" y="445575"/>
            <a:ext cx="2472162" cy="68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true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Title:</a:t>
            </a:r>
          </a:p>
          <a:p>
            <a:pPr algn="l">
              <a:lnSpc>
                <a:spcPts val="1680"/>
              </a:lnSpc>
            </a:pPr>
            <a:r>
              <a:rPr lang="en-US" sz="1200" b="true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Name:</a:t>
            </a:r>
          </a:p>
          <a:p>
            <a:pPr algn="l">
              <a:lnSpc>
                <a:spcPts val="1680"/>
              </a:lnSpc>
            </a:pPr>
            <a:r>
              <a:rPr lang="en-US" sz="1200" b="true">
                <a:solidFill>
                  <a:srgbClr val="1B1A1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AGAIF Ref. Code: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662485" y="711085"/>
            <a:ext cx="11293164" cy="3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b="true" sz="1700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From Real-World Problems to Intelligent Geospatial Solutions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3629408" y="103247"/>
            <a:ext cx="3971693" cy="28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BC1-D1 (Certified Assessment 1)</a:t>
            </a:r>
          </a:p>
        </p:txBody>
      </p:sp>
      <p:sp>
        <p:nvSpPr>
          <p:cNvPr name="AutoShape 125" id="125"/>
          <p:cNvSpPr/>
          <p:nvPr/>
        </p:nvSpPr>
        <p:spPr>
          <a:xfrm>
            <a:off x="707246" y="407589"/>
            <a:ext cx="0" cy="463867"/>
          </a:xfrm>
          <a:prstGeom prst="line">
            <a:avLst/>
          </a:prstGeom>
          <a:ln cap="flat" w="9525">
            <a:solidFill>
              <a:srgbClr val="B4B4B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DAHPUYFABZQ</dc:identifier>
  <dcterms:modified xsi:type="dcterms:W3CDTF">2011-08-01T06:04:30Z</dcterms:modified>
  <cp:revision>1</cp:revision>
  <dc:title>BC1-D1 (Certified Assessment 1) Template</dc:title>
</cp:coreProperties>
</file>